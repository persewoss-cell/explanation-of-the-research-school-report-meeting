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  <p:sldId id="266" r:id="rId14"/>
    <p:sldId id="265" r:id="rId13"/>
    <p:sldId id="264" r:id="rId12"/>
    <p:sldId id="263" r:id="rId11"/>
    <p:sldId id="262" r:id="rId10"/>
    <p:sldId id="261" r:id="rId9"/>
    <p:sldId id="260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349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  <Relationship Id="rId8" Type="http://schemas.openxmlformats.org/officeDocument/2006/relationships/slide" Target="slides/slide2.xml"/>
  <Relationship Id="rId9" Type="http://schemas.openxmlformats.org/officeDocument/2006/relationships/slide" Target="slides/slide3.xml"/>
  <Relationship Id="rId10" Type="http://schemas.openxmlformats.org/officeDocument/2006/relationships/slide" Target="slides/slide4.xml"/>
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150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안내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384048"/>
            <a:ext cx="6400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223760" y="384048"/>
            <a:ext cx="2642616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400" b="1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con_plan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con_env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con_data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F3DDEE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F3DDEE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2081704"/>
            <a:ext cx="1143000" cy="1143000"/>
          </a:xfrm>
          <a:prstGeom prst="ellipse">
            <a:avLst/>
          </a:prstGeom>
          <a:solidFill>
            <a:srgbClr val="F3DDEE"/>
          </a:solidFill>
          <a:ln/>
        </p:spPr>
      </p:sp>
      <p:pic>
        <p:nvPicPr>
          <p:cNvPr id="7" name="아이콘" descr="기획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1030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390761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9B4D8A"/>
                </a:solidFill>
              </a:rPr>
              <a:t>기획분과</a:t>
            </a:r>
            <a:endParaRPr lang="en-US" sz="18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D6E6F5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D6E6F5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669994"/>
            <a:ext cx="1143000" cy="1143000"/>
          </a:xfrm>
          <a:prstGeom prst="ellipse">
            <a:avLst/>
          </a:prstGeom>
          <a:solidFill>
            <a:srgbClr val="D6E6F5"/>
          </a:solidFill>
          <a:ln/>
        </p:spPr>
      </p:sp>
      <p:pic>
        <p:nvPicPr>
          <p:cNvPr id="7" name="아이콘" descr="수업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89859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249590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2F5D8A"/>
                </a:solidFill>
              </a:rPr>
              <a:t>수업분과</a:t>
            </a:r>
            <a:endParaRPr lang="en-US" sz="18700" dirty="0"/>
          </a:p>
        </p:txBody>
      </p:sp>
      <p:sp>
        <p:nvSpPr>
          <p:cNvPr id="9" name="라벨"/>
          <p:cNvSpPr txBox="1"/>
          <p:nvPr/>
        </p:nvSpPr>
        <p:spPr>
          <a:xfrm>
            <a:off x="2733359" y="5060811"/>
            <a:ext cx="5222618" cy="1531902"/>
          </a:xfrm>
          <a:prstGeom prst="roundRect">
            <a:avLst>
              <a:gd name="adj" fmla="val 50000"/>
            </a:avLst>
          </a:prstGeom>
          <a:solidFill>
            <a:srgbClr val="2F5D8A">
              <a:alpha val="7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</a:rPr>
              <a:t>6학년</a:t>
            </a:r>
            <a:endParaRPr lang="en-US" sz="9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D6E6F5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D6E6F5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669994"/>
            <a:ext cx="1143000" cy="1143000"/>
          </a:xfrm>
          <a:prstGeom prst="ellipse">
            <a:avLst/>
          </a:prstGeom>
          <a:solidFill>
            <a:srgbClr val="D6E6F5"/>
          </a:solidFill>
          <a:ln/>
        </p:spPr>
      </p:sp>
      <p:pic>
        <p:nvPicPr>
          <p:cNvPr id="7" name="아이콘" descr="수업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89859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249590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2F5D8A"/>
                </a:solidFill>
              </a:rPr>
              <a:t>수업분과</a:t>
            </a:r>
            <a:endParaRPr lang="en-US" sz="18700" dirty="0"/>
          </a:p>
        </p:txBody>
      </p:sp>
      <p:sp>
        <p:nvSpPr>
          <p:cNvPr id="9" name="라벨"/>
          <p:cNvSpPr txBox="1"/>
          <p:nvPr/>
        </p:nvSpPr>
        <p:spPr>
          <a:xfrm>
            <a:off x="2733359" y="5060811"/>
            <a:ext cx="5222618" cy="1531902"/>
          </a:xfrm>
          <a:prstGeom prst="roundRect">
            <a:avLst>
              <a:gd name="adj" fmla="val 50000"/>
            </a:avLst>
          </a:prstGeom>
          <a:solidFill>
            <a:srgbClr val="2F5D8A">
              <a:alpha val="7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</a:rPr>
              <a:t>5학년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D6E6F5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D6E6F5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669994"/>
            <a:ext cx="1143000" cy="1143000"/>
          </a:xfrm>
          <a:prstGeom prst="ellipse">
            <a:avLst/>
          </a:prstGeom>
          <a:solidFill>
            <a:srgbClr val="D6E6F5"/>
          </a:solidFill>
          <a:ln/>
        </p:spPr>
      </p:sp>
      <p:pic>
        <p:nvPicPr>
          <p:cNvPr id="7" name="아이콘" descr="수업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89859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249590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2F5D8A"/>
                </a:solidFill>
              </a:rPr>
              <a:t>수업분과</a:t>
            </a:r>
            <a:endParaRPr lang="en-US" sz="18700" dirty="0"/>
          </a:p>
        </p:txBody>
      </p:sp>
      <p:sp>
        <p:nvSpPr>
          <p:cNvPr id="9" name="라벨"/>
          <p:cNvSpPr txBox="1"/>
          <p:nvPr/>
        </p:nvSpPr>
        <p:spPr>
          <a:xfrm>
            <a:off x="2733359" y="5060811"/>
            <a:ext cx="5222618" cy="1531902"/>
          </a:xfrm>
          <a:prstGeom prst="roundRect">
            <a:avLst>
              <a:gd name="adj" fmla="val 50000"/>
            </a:avLst>
          </a:prstGeom>
          <a:solidFill>
            <a:srgbClr val="2F5D8A">
              <a:alpha val="7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</a:rPr>
              <a:t>4학년</a:t>
            </a:r>
            <a:endParaRPr lang="en-US" sz="9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D6E6F5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D6E6F5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669994"/>
            <a:ext cx="1143000" cy="1143000"/>
          </a:xfrm>
          <a:prstGeom prst="ellipse">
            <a:avLst/>
          </a:prstGeom>
          <a:solidFill>
            <a:srgbClr val="D6E6F5"/>
          </a:solidFill>
          <a:ln/>
        </p:spPr>
      </p:sp>
      <p:pic>
        <p:nvPicPr>
          <p:cNvPr id="7" name="아이콘" descr="수업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89859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249590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2F5D8A"/>
                </a:solidFill>
              </a:rPr>
              <a:t>수업분과</a:t>
            </a:r>
            <a:endParaRPr lang="en-US" sz="18700" dirty="0"/>
          </a:p>
        </p:txBody>
      </p:sp>
      <p:sp>
        <p:nvSpPr>
          <p:cNvPr id="9" name="라벨"/>
          <p:cNvSpPr txBox="1"/>
          <p:nvPr/>
        </p:nvSpPr>
        <p:spPr>
          <a:xfrm>
            <a:off x="2733359" y="5060811"/>
            <a:ext cx="5222618" cy="1531902"/>
          </a:xfrm>
          <a:prstGeom prst="roundRect">
            <a:avLst>
              <a:gd name="adj" fmla="val 50000"/>
            </a:avLst>
          </a:prstGeom>
          <a:solidFill>
            <a:srgbClr val="2F5D8A">
              <a:alpha val="7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</a:rPr>
              <a:t>3학년</a:t>
            </a:r>
            <a:endParaRPr lang="en-US" sz="9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D6E6F5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D6E6F5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669994"/>
            <a:ext cx="1143000" cy="1143000"/>
          </a:xfrm>
          <a:prstGeom prst="ellipse">
            <a:avLst/>
          </a:prstGeom>
          <a:solidFill>
            <a:srgbClr val="D6E6F5"/>
          </a:solidFill>
          <a:ln/>
        </p:spPr>
      </p:sp>
      <p:pic>
        <p:nvPicPr>
          <p:cNvPr id="7" name="아이콘" descr="수업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89859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249590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2F5D8A"/>
                </a:solidFill>
              </a:rPr>
              <a:t>수업분과</a:t>
            </a:r>
            <a:endParaRPr lang="en-US" sz="18700" dirty="0"/>
          </a:p>
        </p:txBody>
      </p:sp>
      <p:sp>
        <p:nvSpPr>
          <p:cNvPr id="9" name="라벨"/>
          <p:cNvSpPr txBox="1"/>
          <p:nvPr/>
        </p:nvSpPr>
        <p:spPr>
          <a:xfrm>
            <a:off x="2733359" y="5060811"/>
            <a:ext cx="5222618" cy="1531902"/>
          </a:xfrm>
          <a:prstGeom prst="roundRect">
            <a:avLst>
              <a:gd name="adj" fmla="val 50000"/>
            </a:avLst>
          </a:prstGeom>
          <a:solidFill>
            <a:srgbClr val="2F5D8A">
              <a:alpha val="73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</a:rPr>
              <a:t>1·2학년</a:t>
            </a:r>
            <a:endParaRPr lang="en-US" sz="9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D9EBD6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D9EBD6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2081704"/>
            <a:ext cx="1143000" cy="1143000"/>
          </a:xfrm>
          <a:prstGeom prst="ellipse">
            <a:avLst/>
          </a:prstGeom>
          <a:solidFill>
            <a:srgbClr val="D9EBD6"/>
          </a:solidFill>
          <a:ln/>
        </p:spPr>
      </p:sp>
      <p:pic>
        <p:nvPicPr>
          <p:cNvPr id="7" name="아이콘" descr="환경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1030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390761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3F6B45"/>
                </a:solidFill>
              </a:rPr>
              <a:t>환경분과</a:t>
            </a:r>
            <a:endParaRPr lang="en-US" sz="18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9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카드"/>
          <p:cNvSpPr/>
          <p:nvPr/>
        </p:nvSpPr>
        <p:spPr>
          <a:xfrm>
            <a:off x="327378" y="384048"/>
            <a:ext cx="10034580" cy="682142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blurRad="228600" dist="508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장식 원"/>
          <p:cNvSpPr/>
          <p:nvPr/>
        </p:nvSpPr>
        <p:spPr>
          <a:xfrm>
            <a:off x="7955280" y="4846320"/>
            <a:ext cx="4023360" cy="4023360"/>
          </a:xfrm>
          <a:prstGeom prst="ellipse">
            <a:avLst/>
          </a:prstGeom>
          <a:solidFill>
            <a:srgbClr val="F7EAC4">
              <a:alpha val="70000"/>
            </a:srgbClr>
          </a:solidFill>
          <a:ln/>
        </p:spPr>
      </p:sp>
      <p:sp>
        <p:nvSpPr>
          <p:cNvPr id="3" name="장식 원"/>
          <p:cNvSpPr/>
          <p:nvPr/>
        </p:nvSpPr>
        <p:spPr>
          <a:xfrm>
            <a:off x="-1053846" y="-960120"/>
            <a:ext cx="2377440" cy="2377440"/>
          </a:xfrm>
          <a:prstGeom prst="ellipse">
            <a:avLst/>
          </a:prstGeom>
          <a:solidFill>
            <a:srgbClr val="F7EAC4">
              <a:alpha val="60000"/>
            </a:srgbClr>
          </a:solidFill>
          <a:ln/>
        </p:spPr>
      </p:sp>
      <p:sp>
        <p:nvSpPr>
          <p:cNvPr id="6" name="장식 원"/>
          <p:cNvSpPr/>
          <p:nvPr/>
        </p:nvSpPr>
        <p:spPr>
          <a:xfrm>
            <a:off x="4773168" y="2081704"/>
            <a:ext cx="1143000" cy="1143000"/>
          </a:xfrm>
          <a:prstGeom prst="ellipse">
            <a:avLst/>
          </a:prstGeom>
          <a:solidFill>
            <a:srgbClr val="F7EAC4"/>
          </a:solidFill>
          <a:ln/>
        </p:spPr>
      </p:sp>
      <p:pic>
        <p:nvPicPr>
          <p:cNvPr id="7" name="아이콘" descr="자료분과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310304"/>
            <a:ext cx="685800" cy="685800"/>
          </a:xfrm>
          <a:prstGeom prst="rect">
            <a:avLst/>
          </a:prstGeom>
        </p:spPr>
      </p:pic>
      <p:sp>
        <p:nvSpPr>
          <p:cNvPr id="8" name="분과명"/>
          <p:cNvSpPr txBox="1"/>
          <p:nvPr/>
        </p:nvSpPr>
        <p:spPr>
          <a:xfrm>
            <a:off x="179380" y="3907615"/>
            <a:ext cx="103305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0" b="1" kern="0" spc="400" dirty="0">
                <a:solidFill>
                  <a:srgbClr val="94650F"/>
                </a:solidFill>
              </a:rPr>
              <a:t>자료분과</a:t>
            </a:r>
            <a:endParaRPr lang="en-US" sz="18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분과 안내판">
  <a:themeElements>
    <a:clrScheme name="분과 안내판">
      <a:dk1>
        <a:srgbClr val="2E2E33"/>
      </a:dk1>
      <a:lt1>
        <a:srgbClr val="FFFFFF"/>
      </a:lt1>
      <a:dk2>
        <a:srgbClr val="6B6B73"/>
      </a:dk2>
      <a:lt2>
        <a:srgbClr val="F4F4F6"/>
      </a:lt2>
      <a:accent1>
        <a:srgbClr val="9B4D8A"/>
      </a:accent1>
      <a:accent2>
        <a:srgbClr val="9A6B12"/>
      </a:accent2>
      <a:accent3>
        <a:srgbClr val="3F6B45"/>
      </a:accent3>
      <a:accent4>
        <a:srgbClr val="2F5D8A"/>
      </a:accent4>
      <a:accent5>
        <a:srgbClr val="F3DDEE"/>
      </a:accent5>
      <a:accent6>
        <a:srgbClr val="D8E7F5"/>
      </a:accent6>
      <a:hlink>
        <a:srgbClr val="2F5D8A"/>
      </a:hlink>
      <a:folHlink>
        <a:srgbClr val="9B4D8A"/>
      </a:folHlink>
    </a:clrScheme>
    <a:fontScheme name="분과 안내판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Office PowerPoint</Application>
  <PresentationFormat>사용자 지정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분과 안내판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분과 안내판</dc:title>
  <dc:subject>PptxGenJS Presentation</dc:subject>
  <dc:creator>PptxGenJS</dc:creator>
  <cp:lastModifiedBy>형권 강</cp:lastModifiedBy>
  <cp:revision>2</cp:revision>
  <dcterms:created xsi:type="dcterms:W3CDTF">2026-10-20T04:59:05Z</dcterms:created>
  <dcterms:modified xsi:type="dcterms:W3CDTF">2026-10-20T14:09:49Z</dcterms:modified>
</cp:coreProperties>
</file>