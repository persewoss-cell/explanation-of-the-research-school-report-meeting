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</p:sldIdLst>
  <p:notesMasterIdLst>
    <p:notesMasterId r:id="rId10"/>
  </p:notesMasterIdLst>
  <p:sldSz cx="10689336" cy="7562088"/>
  <p:notesSz cx="7562088" cy="10689336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notesMaster" Target="notesMasters/notesMaster1.xml"/><Relationship Id="rId11" Type="http://schemas.openxmlformats.org/officeDocument/2006/relationships/presProps" Target="presProps.xml"/><Relationship Id="rId12" Type="http://schemas.openxmlformats.org/officeDocument/2006/relationships/viewProps" Target="viewProps.xml"/><Relationship Id="rId13" Type="http://schemas.openxmlformats.org/officeDocument/2006/relationships/theme" Target="theme/theme1.xml"/><Relationship Id="rId14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안내판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822960" y="384048"/>
            <a:ext cx="6400800" cy="4114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1400" dirty="0">
                <a:solidFill>
                  <a:schemeClr val="tx2"/>
                </a:solidFill>
              </a:defRPr>
            </a:lvl1pPr>
          </a:lstStyle>
          <a:p>
            <a:pPr algn="l" indent="0" marL="0">
              <a:buNone/>
            </a:pPr>
            <a:endParaRPr lang="en-US" sz="14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7223760" y="384048"/>
            <a:ext cx="2642616" cy="4114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r" indent="0" marL="0">
              <a:buNone/>
              <a:defRPr lang="en-US" sz="1400" b="1" dirty="0">
                <a:solidFill>
                  <a:schemeClr val="tx2"/>
                </a:solidFill>
              </a:defRPr>
            </a:lvl1pPr>
          </a:lstStyle>
          <a:p>
            <a:pPr algn="r" indent="0" marL="0">
              <a:buNone/>
            </a:pPr>
            <a:endParaRPr lang="en-US" sz="1400" dirty="0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8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BF4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장식 원"/>
          <p:cNvSpPr/>
          <p:nvPr/>
        </p:nvSpPr>
        <p:spPr>
          <a:xfrm>
            <a:off x="7955280" y="4846320"/>
            <a:ext cx="4023360" cy="4023360"/>
          </a:xfrm>
          <a:prstGeom prst="ellipse">
            <a:avLst/>
          </a:prstGeom>
          <a:solidFill>
            <a:srgbClr val="F3DDEE">
              <a:alpha val="70000"/>
            </a:srgbClr>
          </a:solidFill>
          <a:ln/>
        </p:spPr>
      </p:sp>
      <p:sp>
        <p:nvSpPr>
          <p:cNvPr id="3" name="장식 원"/>
          <p:cNvSpPr/>
          <p:nvPr/>
        </p:nvSpPr>
        <p:spPr>
          <a:xfrm>
            <a:off x="-1463040" y="-1463040"/>
            <a:ext cx="2377440" cy="2377440"/>
          </a:xfrm>
          <a:prstGeom prst="ellipse">
            <a:avLst/>
          </a:prstGeom>
          <a:solidFill>
            <a:srgbClr val="F3DDEE">
              <a:alpha val="60000"/>
            </a:srgbClr>
          </a:solidFill>
          <a:ln/>
        </p:spPr>
      </p:sp>
      <p:sp>
        <p:nvSpPr>
          <p:cNvPr id="4" name="카드"/>
          <p:cNvSpPr/>
          <p:nvPr/>
        </p:nvSpPr>
        <p:spPr>
          <a:xfrm>
            <a:off x="822960" y="1005840"/>
            <a:ext cx="9043416" cy="5577840"/>
          </a:xfrm>
          <a:prstGeom prst="roundRect">
            <a:avLst>
              <a:gd name="adj" fmla="val 6557"/>
            </a:avLst>
          </a:prstGeom>
          <a:solidFill>
            <a:srgbClr val="FFFFFF"/>
          </a:solidFill>
          <a:ln/>
          <a:effectLst>
            <a:outerShdw sx="100000" sy="100000" kx="0" ky="0" algn="bl" rotWithShape="0" blurRad="228600" dist="50800" dir="5400000">
              <a:srgbClr val="000000">
                <a:alpha val="10000"/>
              </a:srgbClr>
            </a:outerShdw>
          </a:effectLst>
        </p:spPr>
      </p:sp>
      <p:sp>
        <p:nvSpPr>
          <p:cNvPr id="5" name="라벨"/>
          <p:cNvSpPr txBox="1"/>
          <p:nvPr/>
        </p:nvSpPr>
        <p:spPr>
          <a:xfrm>
            <a:off x="4201668" y="1417320"/>
            <a:ext cx="2286000" cy="475488"/>
          </a:xfrm>
          <a:prstGeom prst="roundRect">
            <a:avLst>
              <a:gd name="adj" fmla="val 50000"/>
            </a:avLst>
          </a:prstGeom>
          <a:solidFill>
            <a:srgbClr val="F3DDEE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9B4D8A"/>
                </a:solidFill>
              </a:rPr>
              <a:t>본교 교원석</a:t>
            </a:r>
            <a:endParaRPr lang="en-US" sz="1800" dirty="0"/>
          </a:p>
        </p:txBody>
      </p:sp>
      <p:sp>
        <p:nvSpPr>
          <p:cNvPr id="6" name="장식 원"/>
          <p:cNvSpPr/>
          <p:nvPr/>
        </p:nvSpPr>
        <p:spPr>
          <a:xfrm>
            <a:off x="4681728" y="2331720"/>
            <a:ext cx="1325880" cy="1325880"/>
          </a:xfrm>
          <a:prstGeom prst="ellipse">
            <a:avLst/>
          </a:prstGeom>
          <a:solidFill>
            <a:srgbClr val="F3DDEE"/>
          </a:solidFill>
          <a:ln/>
        </p:spPr>
      </p:sp>
      <p:pic>
        <p:nvPicPr>
          <p:cNvPr id="7" name="아이콘" descr="기획분과 아이콘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946904" y="2596896"/>
            <a:ext cx="795528" cy="795528"/>
          </a:xfrm>
          <a:prstGeom prst="rect">
            <a:avLst/>
          </a:prstGeom>
        </p:spPr>
      </p:pic>
      <p:sp>
        <p:nvSpPr>
          <p:cNvPr id="8" name="분과명"/>
          <p:cNvSpPr txBox="1"/>
          <p:nvPr/>
        </p:nvSpPr>
        <p:spPr>
          <a:xfrm>
            <a:off x="822960" y="3794760"/>
            <a:ext cx="9043416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0" b="1" spc="400" kern="0" dirty="0">
                <a:solidFill>
                  <a:srgbClr val="9B4D8A"/>
                </a:solidFill>
              </a:rPr>
              <a:t>기획분과</a:t>
            </a:r>
            <a:endParaRPr lang="en-US" sz="13000" dirty="0"/>
          </a:p>
        </p:txBody>
      </p:sp>
      <p:sp>
        <p:nvSpPr>
          <p:cNvPr id="9" name="Text 0"/>
          <p:cNvSpPr/>
          <p:nvPr>
            <p:ph idx="100" type="body" hasCustomPrompt="1"/>
          </p:nvPr>
        </p:nvSpPr>
        <p:spPr>
          <a:xfrm>
            <a:off x="822960" y="384048"/>
            <a:ext cx="64008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chemeClr val="tx2"/>
                </a:solidFill>
              </a:rPr>
              <a:t>2026학년도 학교자율시간 연구학교 운영 보고회</a:t>
            </a:r>
            <a:endParaRPr lang="en-US" sz="1400" dirty="0"/>
          </a:p>
        </p:txBody>
      </p:sp>
      <p:sp>
        <p:nvSpPr>
          <p:cNvPr id="10" name="Text 0"/>
          <p:cNvSpPr/>
          <p:nvPr>
            <p:ph idx="101" type="body" hasCustomPrompt="1"/>
          </p:nvPr>
        </p:nvSpPr>
        <p:spPr>
          <a:xfrm>
            <a:off x="7223760" y="384048"/>
            <a:ext cx="2642616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chemeClr val="tx2"/>
                </a:solidFill>
              </a:rPr>
              <a:t>광양중동초등학교</a:t>
            </a:r>
            <a:endParaRPr lang="en-US" sz="14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DF9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장식 원"/>
          <p:cNvSpPr/>
          <p:nvPr/>
        </p:nvSpPr>
        <p:spPr>
          <a:xfrm>
            <a:off x="7955280" y="4846320"/>
            <a:ext cx="4023360" cy="4023360"/>
          </a:xfrm>
          <a:prstGeom prst="ellipse">
            <a:avLst/>
          </a:prstGeom>
          <a:solidFill>
            <a:srgbClr val="F7EAC4">
              <a:alpha val="70000"/>
            </a:srgbClr>
          </a:solidFill>
          <a:ln/>
        </p:spPr>
      </p:sp>
      <p:sp>
        <p:nvSpPr>
          <p:cNvPr id="3" name="장식 원"/>
          <p:cNvSpPr/>
          <p:nvPr/>
        </p:nvSpPr>
        <p:spPr>
          <a:xfrm>
            <a:off x="-1463040" y="-1463040"/>
            <a:ext cx="2377440" cy="2377440"/>
          </a:xfrm>
          <a:prstGeom prst="ellipse">
            <a:avLst/>
          </a:prstGeom>
          <a:solidFill>
            <a:srgbClr val="F7EAC4">
              <a:alpha val="60000"/>
            </a:srgbClr>
          </a:solidFill>
          <a:ln/>
        </p:spPr>
      </p:sp>
      <p:sp>
        <p:nvSpPr>
          <p:cNvPr id="4" name="카드"/>
          <p:cNvSpPr/>
          <p:nvPr/>
        </p:nvSpPr>
        <p:spPr>
          <a:xfrm>
            <a:off x="822960" y="1005840"/>
            <a:ext cx="9043416" cy="5577840"/>
          </a:xfrm>
          <a:prstGeom prst="roundRect">
            <a:avLst>
              <a:gd name="adj" fmla="val 6557"/>
            </a:avLst>
          </a:prstGeom>
          <a:solidFill>
            <a:srgbClr val="FFFFFF"/>
          </a:solidFill>
          <a:ln/>
          <a:effectLst>
            <a:outerShdw sx="100000" sy="100000" kx="0" ky="0" algn="bl" rotWithShape="0" blurRad="228600" dist="50800" dir="5400000">
              <a:srgbClr val="000000">
                <a:alpha val="10000"/>
              </a:srgbClr>
            </a:outerShdw>
          </a:effectLst>
        </p:spPr>
      </p:sp>
      <p:sp>
        <p:nvSpPr>
          <p:cNvPr id="5" name="라벨"/>
          <p:cNvSpPr txBox="1"/>
          <p:nvPr/>
        </p:nvSpPr>
        <p:spPr>
          <a:xfrm>
            <a:off x="4201668" y="1417320"/>
            <a:ext cx="2286000" cy="475488"/>
          </a:xfrm>
          <a:prstGeom prst="roundRect">
            <a:avLst>
              <a:gd name="adj" fmla="val 50000"/>
            </a:avLst>
          </a:prstGeom>
          <a:solidFill>
            <a:srgbClr val="F7EAC4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94650F"/>
                </a:solidFill>
              </a:rPr>
              <a:t>본교 교원석</a:t>
            </a:r>
            <a:endParaRPr lang="en-US" sz="1800" dirty="0"/>
          </a:p>
        </p:txBody>
      </p:sp>
      <p:sp>
        <p:nvSpPr>
          <p:cNvPr id="6" name="장식 원"/>
          <p:cNvSpPr/>
          <p:nvPr/>
        </p:nvSpPr>
        <p:spPr>
          <a:xfrm>
            <a:off x="4681728" y="2331720"/>
            <a:ext cx="1325880" cy="1325880"/>
          </a:xfrm>
          <a:prstGeom prst="ellipse">
            <a:avLst/>
          </a:prstGeom>
          <a:solidFill>
            <a:srgbClr val="F7EAC4"/>
          </a:solidFill>
          <a:ln/>
        </p:spPr>
      </p:sp>
      <p:pic>
        <p:nvPicPr>
          <p:cNvPr id="7" name="아이콘" descr="자료분과 아이콘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946904" y="2596896"/>
            <a:ext cx="795528" cy="795528"/>
          </a:xfrm>
          <a:prstGeom prst="rect">
            <a:avLst/>
          </a:prstGeom>
        </p:spPr>
      </p:pic>
      <p:sp>
        <p:nvSpPr>
          <p:cNvPr id="8" name="분과명"/>
          <p:cNvSpPr txBox="1"/>
          <p:nvPr/>
        </p:nvSpPr>
        <p:spPr>
          <a:xfrm>
            <a:off x="822960" y="3794760"/>
            <a:ext cx="9043416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0" b="1" spc="400" kern="0" dirty="0">
                <a:solidFill>
                  <a:srgbClr val="94650F"/>
                </a:solidFill>
              </a:rPr>
              <a:t>자료분과</a:t>
            </a:r>
            <a:endParaRPr lang="en-US" sz="13000" dirty="0"/>
          </a:p>
        </p:txBody>
      </p:sp>
      <p:sp>
        <p:nvSpPr>
          <p:cNvPr id="9" name="Text 0"/>
          <p:cNvSpPr/>
          <p:nvPr>
            <p:ph idx="100" type="body" hasCustomPrompt="1"/>
          </p:nvPr>
        </p:nvSpPr>
        <p:spPr>
          <a:xfrm>
            <a:off x="822960" y="384048"/>
            <a:ext cx="64008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chemeClr val="tx2"/>
                </a:solidFill>
              </a:rPr>
              <a:t>2026학년도 학교자율시간 연구학교 운영 보고회</a:t>
            </a:r>
            <a:endParaRPr lang="en-US" sz="1400" dirty="0"/>
          </a:p>
        </p:txBody>
      </p:sp>
      <p:sp>
        <p:nvSpPr>
          <p:cNvPr id="10" name="Text 0"/>
          <p:cNvSpPr/>
          <p:nvPr>
            <p:ph idx="101" type="body" hasCustomPrompt="1"/>
          </p:nvPr>
        </p:nvSpPr>
        <p:spPr>
          <a:xfrm>
            <a:off x="7223760" y="384048"/>
            <a:ext cx="2642616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chemeClr val="tx2"/>
                </a:solidFill>
              </a:rPr>
              <a:t>광양중동초등학교</a:t>
            </a:r>
            <a:endParaRPr lang="en-US" sz="14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3F9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장식 원"/>
          <p:cNvSpPr/>
          <p:nvPr/>
        </p:nvSpPr>
        <p:spPr>
          <a:xfrm>
            <a:off x="7955280" y="4846320"/>
            <a:ext cx="4023360" cy="4023360"/>
          </a:xfrm>
          <a:prstGeom prst="ellipse">
            <a:avLst/>
          </a:prstGeom>
          <a:solidFill>
            <a:srgbClr val="D9EBD6">
              <a:alpha val="70000"/>
            </a:srgbClr>
          </a:solidFill>
          <a:ln/>
        </p:spPr>
      </p:sp>
      <p:sp>
        <p:nvSpPr>
          <p:cNvPr id="3" name="장식 원"/>
          <p:cNvSpPr/>
          <p:nvPr/>
        </p:nvSpPr>
        <p:spPr>
          <a:xfrm>
            <a:off x="-1463040" y="-1463040"/>
            <a:ext cx="2377440" cy="2377440"/>
          </a:xfrm>
          <a:prstGeom prst="ellipse">
            <a:avLst/>
          </a:prstGeom>
          <a:solidFill>
            <a:srgbClr val="D9EBD6">
              <a:alpha val="60000"/>
            </a:srgbClr>
          </a:solidFill>
          <a:ln/>
        </p:spPr>
      </p:sp>
      <p:sp>
        <p:nvSpPr>
          <p:cNvPr id="4" name="카드"/>
          <p:cNvSpPr/>
          <p:nvPr/>
        </p:nvSpPr>
        <p:spPr>
          <a:xfrm>
            <a:off x="822960" y="1005840"/>
            <a:ext cx="9043416" cy="5577840"/>
          </a:xfrm>
          <a:prstGeom prst="roundRect">
            <a:avLst>
              <a:gd name="adj" fmla="val 6557"/>
            </a:avLst>
          </a:prstGeom>
          <a:solidFill>
            <a:srgbClr val="FFFFFF"/>
          </a:solidFill>
          <a:ln/>
          <a:effectLst>
            <a:outerShdw sx="100000" sy="100000" kx="0" ky="0" algn="bl" rotWithShape="0" blurRad="228600" dist="50800" dir="5400000">
              <a:srgbClr val="000000">
                <a:alpha val="10000"/>
              </a:srgbClr>
            </a:outerShdw>
          </a:effectLst>
        </p:spPr>
      </p:sp>
      <p:sp>
        <p:nvSpPr>
          <p:cNvPr id="5" name="라벨"/>
          <p:cNvSpPr txBox="1"/>
          <p:nvPr/>
        </p:nvSpPr>
        <p:spPr>
          <a:xfrm>
            <a:off x="4201668" y="1417320"/>
            <a:ext cx="2286000" cy="475488"/>
          </a:xfrm>
          <a:prstGeom prst="roundRect">
            <a:avLst>
              <a:gd name="adj" fmla="val 50000"/>
            </a:avLst>
          </a:prstGeom>
          <a:solidFill>
            <a:srgbClr val="D9EBD6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3F6B45"/>
                </a:solidFill>
              </a:rPr>
              <a:t>본교 교원석</a:t>
            </a:r>
            <a:endParaRPr lang="en-US" sz="1800" dirty="0"/>
          </a:p>
        </p:txBody>
      </p:sp>
      <p:sp>
        <p:nvSpPr>
          <p:cNvPr id="6" name="장식 원"/>
          <p:cNvSpPr/>
          <p:nvPr/>
        </p:nvSpPr>
        <p:spPr>
          <a:xfrm>
            <a:off x="4681728" y="2331720"/>
            <a:ext cx="1325880" cy="1325880"/>
          </a:xfrm>
          <a:prstGeom prst="ellipse">
            <a:avLst/>
          </a:prstGeom>
          <a:solidFill>
            <a:srgbClr val="D9EBD6"/>
          </a:solidFill>
          <a:ln/>
        </p:spPr>
      </p:sp>
      <p:pic>
        <p:nvPicPr>
          <p:cNvPr id="7" name="아이콘" descr="환경분과 아이콘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946904" y="2596896"/>
            <a:ext cx="795528" cy="795528"/>
          </a:xfrm>
          <a:prstGeom prst="rect">
            <a:avLst/>
          </a:prstGeom>
        </p:spPr>
      </p:pic>
      <p:sp>
        <p:nvSpPr>
          <p:cNvPr id="8" name="분과명"/>
          <p:cNvSpPr txBox="1"/>
          <p:nvPr/>
        </p:nvSpPr>
        <p:spPr>
          <a:xfrm>
            <a:off x="822960" y="3794760"/>
            <a:ext cx="9043416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0" b="1" spc="400" kern="0" dirty="0">
                <a:solidFill>
                  <a:srgbClr val="3F6B45"/>
                </a:solidFill>
              </a:rPr>
              <a:t>환경분과</a:t>
            </a:r>
            <a:endParaRPr lang="en-US" sz="13000" dirty="0"/>
          </a:p>
        </p:txBody>
      </p:sp>
      <p:sp>
        <p:nvSpPr>
          <p:cNvPr id="9" name="Text 0"/>
          <p:cNvSpPr/>
          <p:nvPr>
            <p:ph idx="100" type="body" hasCustomPrompt="1"/>
          </p:nvPr>
        </p:nvSpPr>
        <p:spPr>
          <a:xfrm>
            <a:off x="822960" y="384048"/>
            <a:ext cx="64008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chemeClr val="tx2"/>
                </a:solidFill>
              </a:rPr>
              <a:t>2026학년도 학교자율시간 연구학교 운영 보고회</a:t>
            </a:r>
            <a:endParaRPr lang="en-US" sz="1400" dirty="0"/>
          </a:p>
        </p:txBody>
      </p:sp>
      <p:sp>
        <p:nvSpPr>
          <p:cNvPr id="10" name="Text 0"/>
          <p:cNvSpPr/>
          <p:nvPr>
            <p:ph idx="101" type="body" hasCustomPrompt="1"/>
          </p:nvPr>
        </p:nvSpPr>
        <p:spPr>
          <a:xfrm>
            <a:off x="7223760" y="384048"/>
            <a:ext cx="2642616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chemeClr val="tx2"/>
                </a:solidFill>
              </a:rPr>
              <a:t>광양중동초등학교</a:t>
            </a:r>
            <a:endParaRPr lang="en-US" sz="14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1F6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장식 원"/>
          <p:cNvSpPr/>
          <p:nvPr/>
        </p:nvSpPr>
        <p:spPr>
          <a:xfrm>
            <a:off x="7955280" y="4846320"/>
            <a:ext cx="4023360" cy="4023360"/>
          </a:xfrm>
          <a:prstGeom prst="ellipse">
            <a:avLst/>
          </a:prstGeom>
          <a:solidFill>
            <a:srgbClr val="D6E6F5">
              <a:alpha val="70000"/>
            </a:srgbClr>
          </a:solidFill>
          <a:ln/>
        </p:spPr>
      </p:sp>
      <p:sp>
        <p:nvSpPr>
          <p:cNvPr id="3" name="장식 원"/>
          <p:cNvSpPr/>
          <p:nvPr/>
        </p:nvSpPr>
        <p:spPr>
          <a:xfrm>
            <a:off x="-1463040" y="-1463040"/>
            <a:ext cx="2377440" cy="2377440"/>
          </a:xfrm>
          <a:prstGeom prst="ellipse">
            <a:avLst/>
          </a:prstGeom>
          <a:solidFill>
            <a:srgbClr val="D6E6F5">
              <a:alpha val="60000"/>
            </a:srgbClr>
          </a:solidFill>
          <a:ln/>
        </p:spPr>
      </p:sp>
      <p:sp>
        <p:nvSpPr>
          <p:cNvPr id="4" name="카드"/>
          <p:cNvSpPr/>
          <p:nvPr/>
        </p:nvSpPr>
        <p:spPr>
          <a:xfrm>
            <a:off x="822960" y="1005840"/>
            <a:ext cx="9043416" cy="5577840"/>
          </a:xfrm>
          <a:prstGeom prst="roundRect">
            <a:avLst>
              <a:gd name="adj" fmla="val 6557"/>
            </a:avLst>
          </a:prstGeom>
          <a:solidFill>
            <a:srgbClr val="FFFFFF"/>
          </a:solidFill>
          <a:ln/>
          <a:effectLst>
            <a:outerShdw sx="100000" sy="100000" kx="0" ky="0" algn="bl" rotWithShape="0" blurRad="228600" dist="50800" dir="5400000">
              <a:srgbClr val="000000">
                <a:alpha val="10000"/>
              </a:srgbClr>
            </a:outerShdw>
          </a:effectLst>
        </p:spPr>
      </p:sp>
      <p:sp>
        <p:nvSpPr>
          <p:cNvPr id="5" name="라벨"/>
          <p:cNvSpPr txBox="1"/>
          <p:nvPr/>
        </p:nvSpPr>
        <p:spPr>
          <a:xfrm>
            <a:off x="4201668" y="1417320"/>
            <a:ext cx="2286000" cy="475488"/>
          </a:xfrm>
          <a:prstGeom prst="roundRect">
            <a:avLst>
              <a:gd name="adj" fmla="val 50000"/>
            </a:avLst>
          </a:prstGeom>
          <a:solidFill>
            <a:srgbClr val="D6E6F5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2F5D8A"/>
                </a:solidFill>
              </a:rPr>
              <a:t>본교 교원석</a:t>
            </a:r>
            <a:endParaRPr lang="en-US" sz="1800" dirty="0"/>
          </a:p>
        </p:txBody>
      </p:sp>
      <p:sp>
        <p:nvSpPr>
          <p:cNvPr id="6" name="장식 원"/>
          <p:cNvSpPr/>
          <p:nvPr/>
        </p:nvSpPr>
        <p:spPr>
          <a:xfrm>
            <a:off x="4773168" y="2148840"/>
            <a:ext cx="1143000" cy="1143000"/>
          </a:xfrm>
          <a:prstGeom prst="ellipse">
            <a:avLst/>
          </a:prstGeom>
          <a:solidFill>
            <a:srgbClr val="D6E6F5"/>
          </a:solidFill>
          <a:ln/>
        </p:spPr>
      </p:sp>
      <p:pic>
        <p:nvPicPr>
          <p:cNvPr id="7" name="아이콘" descr="수업분과 아이콘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001768" y="2377440"/>
            <a:ext cx="685800" cy="685800"/>
          </a:xfrm>
          <a:prstGeom prst="rect">
            <a:avLst/>
          </a:prstGeom>
        </p:spPr>
      </p:pic>
      <p:sp>
        <p:nvSpPr>
          <p:cNvPr id="8" name="분과명"/>
          <p:cNvSpPr txBox="1"/>
          <p:nvPr/>
        </p:nvSpPr>
        <p:spPr>
          <a:xfrm>
            <a:off x="822960" y="3383280"/>
            <a:ext cx="9043416" cy="1600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0" b="1" spc="400" kern="0" dirty="0">
                <a:solidFill>
                  <a:srgbClr val="2F5D8A"/>
                </a:solidFill>
              </a:rPr>
              <a:t>수업분과</a:t>
            </a:r>
            <a:endParaRPr lang="en-US" sz="11000" dirty="0"/>
          </a:p>
        </p:txBody>
      </p:sp>
      <p:sp>
        <p:nvSpPr>
          <p:cNvPr id="9" name="라벨"/>
          <p:cNvSpPr txBox="1"/>
          <p:nvPr/>
        </p:nvSpPr>
        <p:spPr>
          <a:xfrm>
            <a:off x="3607308" y="5166360"/>
            <a:ext cx="3474720" cy="914400"/>
          </a:xfrm>
          <a:prstGeom prst="roundRect">
            <a:avLst>
              <a:gd name="adj" fmla="val 50000"/>
            </a:avLst>
          </a:prstGeom>
          <a:solidFill>
            <a:srgbClr val="2F5D8A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000" b="1" dirty="0">
                <a:solidFill>
                  <a:srgbClr val="FFFFFF"/>
                </a:solidFill>
              </a:rPr>
              <a:t>1·2학년</a:t>
            </a:r>
            <a:endParaRPr lang="en-US" sz="5000" dirty="0"/>
          </a:p>
        </p:txBody>
      </p:sp>
      <p:sp>
        <p:nvSpPr>
          <p:cNvPr id="10" name="Text 0"/>
          <p:cNvSpPr/>
          <p:nvPr>
            <p:ph idx="100" type="body" hasCustomPrompt="1"/>
          </p:nvPr>
        </p:nvSpPr>
        <p:spPr>
          <a:xfrm>
            <a:off x="822960" y="384048"/>
            <a:ext cx="64008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chemeClr val="tx2"/>
                </a:solidFill>
              </a:rPr>
              <a:t>2026학년도 학교자율시간 연구학교 운영 보고회</a:t>
            </a:r>
            <a:endParaRPr lang="en-US" sz="1400" dirty="0"/>
          </a:p>
        </p:txBody>
      </p:sp>
      <p:sp>
        <p:nvSpPr>
          <p:cNvPr id="11" name="Text 0"/>
          <p:cNvSpPr/>
          <p:nvPr>
            <p:ph idx="101" type="body" hasCustomPrompt="1"/>
          </p:nvPr>
        </p:nvSpPr>
        <p:spPr>
          <a:xfrm>
            <a:off x="7223760" y="384048"/>
            <a:ext cx="2642616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chemeClr val="tx2"/>
                </a:solidFill>
              </a:rPr>
              <a:t>광양중동초등학교</a:t>
            </a:r>
            <a:endParaRPr lang="en-US" sz="14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1F6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장식 원"/>
          <p:cNvSpPr/>
          <p:nvPr/>
        </p:nvSpPr>
        <p:spPr>
          <a:xfrm>
            <a:off x="7955280" y="4846320"/>
            <a:ext cx="4023360" cy="4023360"/>
          </a:xfrm>
          <a:prstGeom prst="ellipse">
            <a:avLst/>
          </a:prstGeom>
          <a:solidFill>
            <a:srgbClr val="D6E6F5">
              <a:alpha val="70000"/>
            </a:srgbClr>
          </a:solidFill>
          <a:ln/>
        </p:spPr>
      </p:sp>
      <p:sp>
        <p:nvSpPr>
          <p:cNvPr id="3" name="장식 원"/>
          <p:cNvSpPr/>
          <p:nvPr/>
        </p:nvSpPr>
        <p:spPr>
          <a:xfrm>
            <a:off x="-1463040" y="-1463040"/>
            <a:ext cx="2377440" cy="2377440"/>
          </a:xfrm>
          <a:prstGeom prst="ellipse">
            <a:avLst/>
          </a:prstGeom>
          <a:solidFill>
            <a:srgbClr val="D6E6F5">
              <a:alpha val="60000"/>
            </a:srgbClr>
          </a:solidFill>
          <a:ln/>
        </p:spPr>
      </p:sp>
      <p:sp>
        <p:nvSpPr>
          <p:cNvPr id="4" name="카드"/>
          <p:cNvSpPr/>
          <p:nvPr/>
        </p:nvSpPr>
        <p:spPr>
          <a:xfrm>
            <a:off x="822960" y="1005840"/>
            <a:ext cx="9043416" cy="5577840"/>
          </a:xfrm>
          <a:prstGeom prst="roundRect">
            <a:avLst>
              <a:gd name="adj" fmla="val 6557"/>
            </a:avLst>
          </a:prstGeom>
          <a:solidFill>
            <a:srgbClr val="FFFFFF"/>
          </a:solidFill>
          <a:ln/>
          <a:effectLst>
            <a:outerShdw sx="100000" sy="100000" kx="0" ky="0" algn="bl" rotWithShape="0" blurRad="228600" dist="50800" dir="5400000">
              <a:srgbClr val="000000">
                <a:alpha val="10000"/>
              </a:srgbClr>
            </a:outerShdw>
          </a:effectLst>
        </p:spPr>
      </p:sp>
      <p:sp>
        <p:nvSpPr>
          <p:cNvPr id="5" name="라벨"/>
          <p:cNvSpPr txBox="1"/>
          <p:nvPr/>
        </p:nvSpPr>
        <p:spPr>
          <a:xfrm>
            <a:off x="4201668" y="1417320"/>
            <a:ext cx="2286000" cy="475488"/>
          </a:xfrm>
          <a:prstGeom prst="roundRect">
            <a:avLst>
              <a:gd name="adj" fmla="val 50000"/>
            </a:avLst>
          </a:prstGeom>
          <a:solidFill>
            <a:srgbClr val="D6E6F5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2F5D8A"/>
                </a:solidFill>
              </a:rPr>
              <a:t>본교 교원석</a:t>
            </a:r>
            <a:endParaRPr lang="en-US" sz="1800" dirty="0"/>
          </a:p>
        </p:txBody>
      </p:sp>
      <p:sp>
        <p:nvSpPr>
          <p:cNvPr id="6" name="장식 원"/>
          <p:cNvSpPr/>
          <p:nvPr/>
        </p:nvSpPr>
        <p:spPr>
          <a:xfrm>
            <a:off x="4773168" y="2148840"/>
            <a:ext cx="1143000" cy="1143000"/>
          </a:xfrm>
          <a:prstGeom prst="ellipse">
            <a:avLst/>
          </a:prstGeom>
          <a:solidFill>
            <a:srgbClr val="D6E6F5"/>
          </a:solidFill>
          <a:ln/>
        </p:spPr>
      </p:sp>
      <p:pic>
        <p:nvPicPr>
          <p:cNvPr id="7" name="아이콘" descr="수업분과 아이콘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001768" y="2377440"/>
            <a:ext cx="685800" cy="685800"/>
          </a:xfrm>
          <a:prstGeom prst="rect">
            <a:avLst/>
          </a:prstGeom>
        </p:spPr>
      </p:pic>
      <p:sp>
        <p:nvSpPr>
          <p:cNvPr id="8" name="분과명"/>
          <p:cNvSpPr txBox="1"/>
          <p:nvPr/>
        </p:nvSpPr>
        <p:spPr>
          <a:xfrm>
            <a:off x="822960" y="3383280"/>
            <a:ext cx="9043416" cy="1600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0" b="1" spc="400" kern="0" dirty="0">
                <a:solidFill>
                  <a:srgbClr val="2F5D8A"/>
                </a:solidFill>
              </a:rPr>
              <a:t>수업분과</a:t>
            </a:r>
            <a:endParaRPr lang="en-US" sz="11000" dirty="0"/>
          </a:p>
        </p:txBody>
      </p:sp>
      <p:sp>
        <p:nvSpPr>
          <p:cNvPr id="9" name="라벨"/>
          <p:cNvSpPr txBox="1"/>
          <p:nvPr/>
        </p:nvSpPr>
        <p:spPr>
          <a:xfrm>
            <a:off x="3607308" y="5166360"/>
            <a:ext cx="3474720" cy="914400"/>
          </a:xfrm>
          <a:prstGeom prst="roundRect">
            <a:avLst>
              <a:gd name="adj" fmla="val 50000"/>
            </a:avLst>
          </a:prstGeom>
          <a:solidFill>
            <a:srgbClr val="2F5D8A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000" b="1" dirty="0">
                <a:solidFill>
                  <a:srgbClr val="FFFFFF"/>
                </a:solidFill>
              </a:rPr>
              <a:t>3학년</a:t>
            </a:r>
            <a:endParaRPr lang="en-US" sz="5000" dirty="0"/>
          </a:p>
        </p:txBody>
      </p:sp>
      <p:sp>
        <p:nvSpPr>
          <p:cNvPr id="10" name="Text 0"/>
          <p:cNvSpPr/>
          <p:nvPr>
            <p:ph idx="100" type="body" hasCustomPrompt="1"/>
          </p:nvPr>
        </p:nvSpPr>
        <p:spPr>
          <a:xfrm>
            <a:off x="822960" y="384048"/>
            <a:ext cx="64008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chemeClr val="tx2"/>
                </a:solidFill>
              </a:rPr>
              <a:t>2026학년도 학교자율시간 연구학교 운영 보고회</a:t>
            </a:r>
            <a:endParaRPr lang="en-US" sz="1400" dirty="0"/>
          </a:p>
        </p:txBody>
      </p:sp>
      <p:sp>
        <p:nvSpPr>
          <p:cNvPr id="11" name="Text 0"/>
          <p:cNvSpPr/>
          <p:nvPr>
            <p:ph idx="101" type="body" hasCustomPrompt="1"/>
          </p:nvPr>
        </p:nvSpPr>
        <p:spPr>
          <a:xfrm>
            <a:off x="7223760" y="384048"/>
            <a:ext cx="2642616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chemeClr val="tx2"/>
                </a:solidFill>
              </a:rPr>
              <a:t>광양중동초등학교</a:t>
            </a:r>
            <a:endParaRPr lang="en-US" sz="14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1F6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장식 원"/>
          <p:cNvSpPr/>
          <p:nvPr/>
        </p:nvSpPr>
        <p:spPr>
          <a:xfrm>
            <a:off x="7955280" y="4846320"/>
            <a:ext cx="4023360" cy="4023360"/>
          </a:xfrm>
          <a:prstGeom prst="ellipse">
            <a:avLst/>
          </a:prstGeom>
          <a:solidFill>
            <a:srgbClr val="D6E6F5">
              <a:alpha val="70000"/>
            </a:srgbClr>
          </a:solidFill>
          <a:ln/>
        </p:spPr>
      </p:sp>
      <p:sp>
        <p:nvSpPr>
          <p:cNvPr id="3" name="장식 원"/>
          <p:cNvSpPr/>
          <p:nvPr/>
        </p:nvSpPr>
        <p:spPr>
          <a:xfrm>
            <a:off x="-1463040" y="-1463040"/>
            <a:ext cx="2377440" cy="2377440"/>
          </a:xfrm>
          <a:prstGeom prst="ellipse">
            <a:avLst/>
          </a:prstGeom>
          <a:solidFill>
            <a:srgbClr val="D6E6F5">
              <a:alpha val="60000"/>
            </a:srgbClr>
          </a:solidFill>
          <a:ln/>
        </p:spPr>
      </p:sp>
      <p:sp>
        <p:nvSpPr>
          <p:cNvPr id="4" name="카드"/>
          <p:cNvSpPr/>
          <p:nvPr/>
        </p:nvSpPr>
        <p:spPr>
          <a:xfrm>
            <a:off x="822960" y="1005840"/>
            <a:ext cx="9043416" cy="5577840"/>
          </a:xfrm>
          <a:prstGeom prst="roundRect">
            <a:avLst>
              <a:gd name="adj" fmla="val 6557"/>
            </a:avLst>
          </a:prstGeom>
          <a:solidFill>
            <a:srgbClr val="FFFFFF"/>
          </a:solidFill>
          <a:ln/>
          <a:effectLst>
            <a:outerShdw sx="100000" sy="100000" kx="0" ky="0" algn="bl" rotWithShape="0" blurRad="228600" dist="50800" dir="5400000">
              <a:srgbClr val="000000">
                <a:alpha val="10000"/>
              </a:srgbClr>
            </a:outerShdw>
          </a:effectLst>
        </p:spPr>
      </p:sp>
      <p:sp>
        <p:nvSpPr>
          <p:cNvPr id="5" name="라벨"/>
          <p:cNvSpPr txBox="1"/>
          <p:nvPr/>
        </p:nvSpPr>
        <p:spPr>
          <a:xfrm>
            <a:off x="4201668" y="1417320"/>
            <a:ext cx="2286000" cy="475488"/>
          </a:xfrm>
          <a:prstGeom prst="roundRect">
            <a:avLst>
              <a:gd name="adj" fmla="val 50000"/>
            </a:avLst>
          </a:prstGeom>
          <a:solidFill>
            <a:srgbClr val="D6E6F5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2F5D8A"/>
                </a:solidFill>
              </a:rPr>
              <a:t>본교 교원석</a:t>
            </a:r>
            <a:endParaRPr lang="en-US" sz="1800" dirty="0"/>
          </a:p>
        </p:txBody>
      </p:sp>
      <p:sp>
        <p:nvSpPr>
          <p:cNvPr id="6" name="장식 원"/>
          <p:cNvSpPr/>
          <p:nvPr/>
        </p:nvSpPr>
        <p:spPr>
          <a:xfrm>
            <a:off x="4773168" y="2148840"/>
            <a:ext cx="1143000" cy="1143000"/>
          </a:xfrm>
          <a:prstGeom prst="ellipse">
            <a:avLst/>
          </a:prstGeom>
          <a:solidFill>
            <a:srgbClr val="D6E6F5"/>
          </a:solidFill>
          <a:ln/>
        </p:spPr>
      </p:sp>
      <p:pic>
        <p:nvPicPr>
          <p:cNvPr id="7" name="아이콘" descr="수업분과 아이콘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001768" y="2377440"/>
            <a:ext cx="685800" cy="685800"/>
          </a:xfrm>
          <a:prstGeom prst="rect">
            <a:avLst/>
          </a:prstGeom>
        </p:spPr>
      </p:pic>
      <p:sp>
        <p:nvSpPr>
          <p:cNvPr id="8" name="분과명"/>
          <p:cNvSpPr txBox="1"/>
          <p:nvPr/>
        </p:nvSpPr>
        <p:spPr>
          <a:xfrm>
            <a:off x="822960" y="3383280"/>
            <a:ext cx="9043416" cy="1600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0" b="1" spc="400" kern="0" dirty="0">
                <a:solidFill>
                  <a:srgbClr val="2F5D8A"/>
                </a:solidFill>
              </a:rPr>
              <a:t>수업분과</a:t>
            </a:r>
            <a:endParaRPr lang="en-US" sz="11000" dirty="0"/>
          </a:p>
        </p:txBody>
      </p:sp>
      <p:sp>
        <p:nvSpPr>
          <p:cNvPr id="9" name="라벨"/>
          <p:cNvSpPr txBox="1"/>
          <p:nvPr/>
        </p:nvSpPr>
        <p:spPr>
          <a:xfrm>
            <a:off x="3607308" y="5166360"/>
            <a:ext cx="3474720" cy="914400"/>
          </a:xfrm>
          <a:prstGeom prst="roundRect">
            <a:avLst>
              <a:gd name="adj" fmla="val 50000"/>
            </a:avLst>
          </a:prstGeom>
          <a:solidFill>
            <a:srgbClr val="2F5D8A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000" b="1" dirty="0">
                <a:solidFill>
                  <a:srgbClr val="FFFFFF"/>
                </a:solidFill>
              </a:rPr>
              <a:t>4학년</a:t>
            </a:r>
            <a:endParaRPr lang="en-US" sz="5000" dirty="0"/>
          </a:p>
        </p:txBody>
      </p:sp>
      <p:sp>
        <p:nvSpPr>
          <p:cNvPr id="10" name="Text 0"/>
          <p:cNvSpPr/>
          <p:nvPr>
            <p:ph idx="100" type="body" hasCustomPrompt="1"/>
          </p:nvPr>
        </p:nvSpPr>
        <p:spPr>
          <a:xfrm>
            <a:off x="822960" y="384048"/>
            <a:ext cx="64008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chemeClr val="tx2"/>
                </a:solidFill>
              </a:rPr>
              <a:t>2026학년도 학교자율시간 연구학교 운영 보고회</a:t>
            </a:r>
            <a:endParaRPr lang="en-US" sz="1400" dirty="0"/>
          </a:p>
        </p:txBody>
      </p:sp>
      <p:sp>
        <p:nvSpPr>
          <p:cNvPr id="11" name="Text 0"/>
          <p:cNvSpPr/>
          <p:nvPr>
            <p:ph idx="101" type="body" hasCustomPrompt="1"/>
          </p:nvPr>
        </p:nvSpPr>
        <p:spPr>
          <a:xfrm>
            <a:off x="7223760" y="384048"/>
            <a:ext cx="2642616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chemeClr val="tx2"/>
                </a:solidFill>
              </a:rPr>
              <a:t>광양중동초등학교</a:t>
            </a:r>
            <a:endParaRPr lang="en-US" sz="14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1F6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장식 원"/>
          <p:cNvSpPr/>
          <p:nvPr/>
        </p:nvSpPr>
        <p:spPr>
          <a:xfrm>
            <a:off x="7955280" y="4846320"/>
            <a:ext cx="4023360" cy="4023360"/>
          </a:xfrm>
          <a:prstGeom prst="ellipse">
            <a:avLst/>
          </a:prstGeom>
          <a:solidFill>
            <a:srgbClr val="D6E6F5">
              <a:alpha val="70000"/>
            </a:srgbClr>
          </a:solidFill>
          <a:ln/>
        </p:spPr>
      </p:sp>
      <p:sp>
        <p:nvSpPr>
          <p:cNvPr id="3" name="장식 원"/>
          <p:cNvSpPr/>
          <p:nvPr/>
        </p:nvSpPr>
        <p:spPr>
          <a:xfrm>
            <a:off x="-1463040" y="-1463040"/>
            <a:ext cx="2377440" cy="2377440"/>
          </a:xfrm>
          <a:prstGeom prst="ellipse">
            <a:avLst/>
          </a:prstGeom>
          <a:solidFill>
            <a:srgbClr val="D6E6F5">
              <a:alpha val="60000"/>
            </a:srgbClr>
          </a:solidFill>
          <a:ln/>
        </p:spPr>
      </p:sp>
      <p:sp>
        <p:nvSpPr>
          <p:cNvPr id="4" name="카드"/>
          <p:cNvSpPr/>
          <p:nvPr/>
        </p:nvSpPr>
        <p:spPr>
          <a:xfrm>
            <a:off x="822960" y="1005840"/>
            <a:ext cx="9043416" cy="5577840"/>
          </a:xfrm>
          <a:prstGeom prst="roundRect">
            <a:avLst>
              <a:gd name="adj" fmla="val 6557"/>
            </a:avLst>
          </a:prstGeom>
          <a:solidFill>
            <a:srgbClr val="FFFFFF"/>
          </a:solidFill>
          <a:ln/>
          <a:effectLst>
            <a:outerShdw sx="100000" sy="100000" kx="0" ky="0" algn="bl" rotWithShape="0" blurRad="228600" dist="50800" dir="5400000">
              <a:srgbClr val="000000">
                <a:alpha val="10000"/>
              </a:srgbClr>
            </a:outerShdw>
          </a:effectLst>
        </p:spPr>
      </p:sp>
      <p:sp>
        <p:nvSpPr>
          <p:cNvPr id="5" name="라벨"/>
          <p:cNvSpPr txBox="1"/>
          <p:nvPr/>
        </p:nvSpPr>
        <p:spPr>
          <a:xfrm>
            <a:off x="4201668" y="1417320"/>
            <a:ext cx="2286000" cy="475488"/>
          </a:xfrm>
          <a:prstGeom prst="roundRect">
            <a:avLst>
              <a:gd name="adj" fmla="val 50000"/>
            </a:avLst>
          </a:prstGeom>
          <a:solidFill>
            <a:srgbClr val="D6E6F5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2F5D8A"/>
                </a:solidFill>
              </a:rPr>
              <a:t>본교 교원석</a:t>
            </a:r>
            <a:endParaRPr lang="en-US" sz="1800" dirty="0"/>
          </a:p>
        </p:txBody>
      </p:sp>
      <p:sp>
        <p:nvSpPr>
          <p:cNvPr id="6" name="장식 원"/>
          <p:cNvSpPr/>
          <p:nvPr/>
        </p:nvSpPr>
        <p:spPr>
          <a:xfrm>
            <a:off x="4773168" y="2148840"/>
            <a:ext cx="1143000" cy="1143000"/>
          </a:xfrm>
          <a:prstGeom prst="ellipse">
            <a:avLst/>
          </a:prstGeom>
          <a:solidFill>
            <a:srgbClr val="D6E6F5"/>
          </a:solidFill>
          <a:ln/>
        </p:spPr>
      </p:sp>
      <p:pic>
        <p:nvPicPr>
          <p:cNvPr id="7" name="아이콘" descr="수업분과 아이콘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001768" y="2377440"/>
            <a:ext cx="685800" cy="685800"/>
          </a:xfrm>
          <a:prstGeom prst="rect">
            <a:avLst/>
          </a:prstGeom>
        </p:spPr>
      </p:pic>
      <p:sp>
        <p:nvSpPr>
          <p:cNvPr id="8" name="분과명"/>
          <p:cNvSpPr txBox="1"/>
          <p:nvPr/>
        </p:nvSpPr>
        <p:spPr>
          <a:xfrm>
            <a:off x="822960" y="3383280"/>
            <a:ext cx="9043416" cy="1600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0" b="1" spc="400" kern="0" dirty="0">
                <a:solidFill>
                  <a:srgbClr val="2F5D8A"/>
                </a:solidFill>
              </a:rPr>
              <a:t>수업분과</a:t>
            </a:r>
            <a:endParaRPr lang="en-US" sz="11000" dirty="0"/>
          </a:p>
        </p:txBody>
      </p:sp>
      <p:sp>
        <p:nvSpPr>
          <p:cNvPr id="9" name="라벨"/>
          <p:cNvSpPr txBox="1"/>
          <p:nvPr/>
        </p:nvSpPr>
        <p:spPr>
          <a:xfrm>
            <a:off x="3607308" y="5166360"/>
            <a:ext cx="3474720" cy="914400"/>
          </a:xfrm>
          <a:prstGeom prst="roundRect">
            <a:avLst>
              <a:gd name="adj" fmla="val 50000"/>
            </a:avLst>
          </a:prstGeom>
          <a:solidFill>
            <a:srgbClr val="2F5D8A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000" b="1" dirty="0">
                <a:solidFill>
                  <a:srgbClr val="FFFFFF"/>
                </a:solidFill>
              </a:rPr>
              <a:t>5학년</a:t>
            </a:r>
            <a:endParaRPr lang="en-US" sz="5000" dirty="0"/>
          </a:p>
        </p:txBody>
      </p:sp>
      <p:sp>
        <p:nvSpPr>
          <p:cNvPr id="10" name="Text 0"/>
          <p:cNvSpPr/>
          <p:nvPr>
            <p:ph idx="100" type="body" hasCustomPrompt="1"/>
          </p:nvPr>
        </p:nvSpPr>
        <p:spPr>
          <a:xfrm>
            <a:off x="822960" y="384048"/>
            <a:ext cx="64008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chemeClr val="tx2"/>
                </a:solidFill>
              </a:rPr>
              <a:t>2026학년도 학교자율시간 연구학교 운영 보고회</a:t>
            </a:r>
            <a:endParaRPr lang="en-US" sz="1400" dirty="0"/>
          </a:p>
        </p:txBody>
      </p:sp>
      <p:sp>
        <p:nvSpPr>
          <p:cNvPr id="11" name="Text 0"/>
          <p:cNvSpPr/>
          <p:nvPr>
            <p:ph idx="101" type="body" hasCustomPrompt="1"/>
          </p:nvPr>
        </p:nvSpPr>
        <p:spPr>
          <a:xfrm>
            <a:off x="7223760" y="384048"/>
            <a:ext cx="2642616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chemeClr val="tx2"/>
                </a:solidFill>
              </a:rPr>
              <a:t>광양중동초등학교</a:t>
            </a:r>
            <a:endParaRPr lang="en-US" sz="14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1F6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장식 원"/>
          <p:cNvSpPr/>
          <p:nvPr/>
        </p:nvSpPr>
        <p:spPr>
          <a:xfrm>
            <a:off x="7955280" y="4846320"/>
            <a:ext cx="4023360" cy="4023360"/>
          </a:xfrm>
          <a:prstGeom prst="ellipse">
            <a:avLst/>
          </a:prstGeom>
          <a:solidFill>
            <a:srgbClr val="D6E6F5">
              <a:alpha val="70000"/>
            </a:srgbClr>
          </a:solidFill>
          <a:ln/>
        </p:spPr>
      </p:sp>
      <p:sp>
        <p:nvSpPr>
          <p:cNvPr id="3" name="장식 원"/>
          <p:cNvSpPr/>
          <p:nvPr/>
        </p:nvSpPr>
        <p:spPr>
          <a:xfrm>
            <a:off x="-1463040" y="-1463040"/>
            <a:ext cx="2377440" cy="2377440"/>
          </a:xfrm>
          <a:prstGeom prst="ellipse">
            <a:avLst/>
          </a:prstGeom>
          <a:solidFill>
            <a:srgbClr val="D6E6F5">
              <a:alpha val="60000"/>
            </a:srgbClr>
          </a:solidFill>
          <a:ln/>
        </p:spPr>
      </p:sp>
      <p:sp>
        <p:nvSpPr>
          <p:cNvPr id="4" name="카드"/>
          <p:cNvSpPr/>
          <p:nvPr/>
        </p:nvSpPr>
        <p:spPr>
          <a:xfrm>
            <a:off x="822960" y="1005840"/>
            <a:ext cx="9043416" cy="5577840"/>
          </a:xfrm>
          <a:prstGeom prst="roundRect">
            <a:avLst>
              <a:gd name="adj" fmla="val 6557"/>
            </a:avLst>
          </a:prstGeom>
          <a:solidFill>
            <a:srgbClr val="FFFFFF"/>
          </a:solidFill>
          <a:ln/>
          <a:effectLst>
            <a:outerShdw sx="100000" sy="100000" kx="0" ky="0" algn="bl" rotWithShape="0" blurRad="228600" dist="50800" dir="5400000">
              <a:srgbClr val="000000">
                <a:alpha val="10000"/>
              </a:srgbClr>
            </a:outerShdw>
          </a:effectLst>
        </p:spPr>
      </p:sp>
      <p:sp>
        <p:nvSpPr>
          <p:cNvPr id="5" name="라벨"/>
          <p:cNvSpPr txBox="1"/>
          <p:nvPr/>
        </p:nvSpPr>
        <p:spPr>
          <a:xfrm>
            <a:off x="4201668" y="1417320"/>
            <a:ext cx="2286000" cy="475488"/>
          </a:xfrm>
          <a:prstGeom prst="roundRect">
            <a:avLst>
              <a:gd name="adj" fmla="val 50000"/>
            </a:avLst>
          </a:prstGeom>
          <a:solidFill>
            <a:srgbClr val="D6E6F5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2F5D8A"/>
                </a:solidFill>
              </a:rPr>
              <a:t>본교 교원석</a:t>
            </a:r>
            <a:endParaRPr lang="en-US" sz="1800" dirty="0"/>
          </a:p>
        </p:txBody>
      </p:sp>
      <p:sp>
        <p:nvSpPr>
          <p:cNvPr id="6" name="장식 원"/>
          <p:cNvSpPr/>
          <p:nvPr/>
        </p:nvSpPr>
        <p:spPr>
          <a:xfrm>
            <a:off x="4773168" y="2148840"/>
            <a:ext cx="1143000" cy="1143000"/>
          </a:xfrm>
          <a:prstGeom prst="ellipse">
            <a:avLst/>
          </a:prstGeom>
          <a:solidFill>
            <a:srgbClr val="D6E6F5"/>
          </a:solidFill>
          <a:ln/>
        </p:spPr>
      </p:sp>
      <p:pic>
        <p:nvPicPr>
          <p:cNvPr id="7" name="아이콘" descr="수업분과 아이콘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001768" y="2377440"/>
            <a:ext cx="685800" cy="685800"/>
          </a:xfrm>
          <a:prstGeom prst="rect">
            <a:avLst/>
          </a:prstGeom>
        </p:spPr>
      </p:pic>
      <p:sp>
        <p:nvSpPr>
          <p:cNvPr id="8" name="분과명"/>
          <p:cNvSpPr txBox="1"/>
          <p:nvPr/>
        </p:nvSpPr>
        <p:spPr>
          <a:xfrm>
            <a:off x="822960" y="3383280"/>
            <a:ext cx="9043416" cy="1600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0" b="1" spc="400" kern="0" dirty="0">
                <a:solidFill>
                  <a:srgbClr val="2F5D8A"/>
                </a:solidFill>
              </a:rPr>
              <a:t>수업분과</a:t>
            </a:r>
            <a:endParaRPr lang="en-US" sz="11000" dirty="0"/>
          </a:p>
        </p:txBody>
      </p:sp>
      <p:sp>
        <p:nvSpPr>
          <p:cNvPr id="9" name="라벨"/>
          <p:cNvSpPr txBox="1"/>
          <p:nvPr/>
        </p:nvSpPr>
        <p:spPr>
          <a:xfrm>
            <a:off x="3607308" y="5166360"/>
            <a:ext cx="3474720" cy="914400"/>
          </a:xfrm>
          <a:prstGeom prst="roundRect">
            <a:avLst>
              <a:gd name="adj" fmla="val 50000"/>
            </a:avLst>
          </a:prstGeom>
          <a:solidFill>
            <a:srgbClr val="2F5D8A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000" b="1" dirty="0">
                <a:solidFill>
                  <a:srgbClr val="FFFFFF"/>
                </a:solidFill>
              </a:rPr>
              <a:t>6학년</a:t>
            </a:r>
            <a:endParaRPr lang="en-US" sz="5000" dirty="0"/>
          </a:p>
        </p:txBody>
      </p:sp>
      <p:sp>
        <p:nvSpPr>
          <p:cNvPr id="10" name="Text 0"/>
          <p:cNvSpPr/>
          <p:nvPr>
            <p:ph idx="100" type="body" hasCustomPrompt="1"/>
          </p:nvPr>
        </p:nvSpPr>
        <p:spPr>
          <a:xfrm>
            <a:off x="822960" y="384048"/>
            <a:ext cx="64008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chemeClr val="tx2"/>
                </a:solidFill>
              </a:rPr>
              <a:t>2026학년도 학교자율시간 연구학교 운영 보고회</a:t>
            </a:r>
            <a:endParaRPr lang="en-US" sz="1400" dirty="0"/>
          </a:p>
        </p:txBody>
      </p:sp>
      <p:sp>
        <p:nvSpPr>
          <p:cNvPr id="11" name="Text 0"/>
          <p:cNvSpPr/>
          <p:nvPr>
            <p:ph idx="101" type="body" hasCustomPrompt="1"/>
          </p:nvPr>
        </p:nvSpPr>
        <p:spPr>
          <a:xfrm>
            <a:off x="7223760" y="384048"/>
            <a:ext cx="2642616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chemeClr val="tx2"/>
                </a:solidFill>
              </a:rPr>
              <a:t>광양중동초등학교</a:t>
            </a:r>
            <a:endParaRPr lang="en-US" sz="14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분과 안내판">
  <a:themeElements>
    <a:clrScheme name="분과 안내판">
      <a:dk1>
        <a:srgbClr val="2E2E33"/>
      </a:dk1>
      <a:lt1>
        <a:srgbClr val="FFFFFF"/>
      </a:lt1>
      <a:dk2>
        <a:srgbClr val="6B6B73"/>
      </a:dk2>
      <a:lt2>
        <a:srgbClr val="F4F4F6"/>
      </a:lt2>
      <a:accent1>
        <a:srgbClr val="9B4D8A"/>
      </a:accent1>
      <a:accent2>
        <a:srgbClr val="9A6B12"/>
      </a:accent2>
      <a:accent3>
        <a:srgbClr val="3F6B45"/>
      </a:accent3>
      <a:accent4>
        <a:srgbClr val="2F5D8A"/>
      </a:accent4>
      <a:accent5>
        <a:srgbClr val="F3DDEE"/>
      </a:accent5>
      <a:accent6>
        <a:srgbClr val="D8E7F5"/>
      </a:accent6>
      <a:hlink>
        <a:srgbClr val="2F5D8A"/>
      </a:hlink>
      <a:folHlink>
        <a:srgbClr val="9B4D8A"/>
      </a:folHlink>
    </a:clrScheme>
    <a:fontScheme name="분과 안내판">
      <a:majorFont>
        <a:latin typeface="맑은 고딕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맑은 고딕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8</Slides>
  <Notes>8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8</vt:i4>
      </vt:variant>
    </vt:vector>
  </HeadingPairs>
  <TitlesOfParts>
    <vt:vector size="11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분과 안내판</dc:title>
  <dc:subject>PptxGenJS Presentation</dc:subject>
  <dc:creator>PptxGenJS</dc:creator>
  <cp:lastModifiedBy>PptxGenJS</cp:lastModifiedBy>
  <cp:revision>1</cp:revision>
  <dcterms:created xsi:type="dcterms:W3CDTF">2026-10-20T04:59:05Z</dcterms:created>
  <dcterms:modified xsi:type="dcterms:W3CDTF">2026-10-20T04:59:05Z</dcterms:modified>
</cp:coreProperties>
</file>