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0689336" cy="7562088"/>
  <p:notesSz cx="7562088" cy="10689336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분과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914400"/>
            <a:ext cx="9043416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2200" dirty="0">
                <a:solidFill>
                  <a:schemeClr val="tx2"/>
                </a:solidFill>
              </a:defRPr>
            </a:lvl1pPr>
          </a:lstStyle>
          <a:p>
            <a:pPr algn="ctr" indent="0" marL="0">
              <a:buNone/>
            </a:pPr>
            <a:endParaRPr lang="en-US" sz="2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6172200"/>
            <a:ext cx="9043416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2000" dirty="0">
                <a:solidFill>
                  <a:schemeClr val="tx2"/>
                </a:solidFill>
              </a:defRPr>
            </a:lvl1pPr>
          </a:lstStyle>
          <a:p>
            <a:pPr algn="ctr" indent="0" marL="0">
              <a:buNone/>
            </a:pPr>
            <a:endParaRPr lang="en-US" sz="20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822960" y="2560320"/>
            <a:ext cx="9043416" cy="23774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3000" b="1" dirty="0">
                <a:solidFill>
                  <a:schemeClr val="tx1"/>
                </a:solidFill>
              </a:defRPr>
            </a:lvl1pPr>
          </a:lstStyle>
          <a:p>
            <a:pPr algn="ctr" indent="0" marL="0">
              <a:buNone/>
            </a:pPr>
            <a:endParaRPr lang="en-US" sz="13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분과 학년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914400"/>
            <a:ext cx="9043416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2200" dirty="0">
                <a:solidFill>
                  <a:schemeClr val="tx2"/>
                </a:solidFill>
              </a:defRPr>
            </a:lvl1pPr>
          </a:lstStyle>
          <a:p>
            <a:pPr algn="ctr" indent="0" marL="0">
              <a:buNone/>
            </a:pPr>
            <a:endParaRPr lang="en-US" sz="2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6172200"/>
            <a:ext cx="9043416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2000" dirty="0">
                <a:solidFill>
                  <a:schemeClr val="tx2"/>
                </a:solidFill>
              </a:defRPr>
            </a:lvl1pPr>
          </a:lstStyle>
          <a:p>
            <a:pPr algn="ctr" indent="0" marL="0">
              <a:buNone/>
            </a:pPr>
            <a:endParaRPr lang="en-US" sz="20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822960" y="1737360"/>
            <a:ext cx="9043416" cy="23774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3000" b="1" dirty="0">
                <a:solidFill>
                  <a:schemeClr val="tx1"/>
                </a:solidFill>
              </a:defRPr>
            </a:lvl1pPr>
          </a:lstStyle>
          <a:p>
            <a:pPr algn="ctr" indent="0" marL="0">
              <a:buNone/>
            </a:pPr>
            <a:endParaRPr lang="en-US" sz="13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822960" y="4480560"/>
            <a:ext cx="9043416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8000" b="1" dirty="0">
                <a:solidFill>
                  <a:schemeClr val="tx1"/>
                </a:solidFill>
              </a:defRPr>
            </a:lvl1pPr>
          </a:lstStyle>
          <a:p>
            <a:pPr algn="ctr" indent="0" marL="0">
              <a:buNone/>
            </a:pPr>
            <a:endParaRPr lang="en-US" sz="8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카드"/>
          <p:cNvSpPr/>
          <p:nvPr/>
        </p:nvSpPr>
        <p:spPr>
          <a:xfrm>
            <a:off x="457200" y="457200"/>
            <a:ext cx="9774936" cy="6647688"/>
          </a:xfrm>
          <a:prstGeom prst="roundRect">
            <a:avLst>
              <a:gd name="adj" fmla="val 4814"/>
            </a:avLst>
          </a:prstGeom>
          <a:solidFill>
            <a:schemeClr val="accent1"/>
          </a:solidFill>
          <a:ln/>
        </p:spPr>
      </p:sp>
      <p:sp>
        <p:nvSpPr>
          <p:cNvPr id="3" name="Text 0"/>
          <p:cNvSpPr/>
          <p:nvPr>
            <p:ph idx="100" type="body" hasCustomPrompt="1"/>
          </p:nvPr>
        </p:nvSpPr>
        <p:spPr>
          <a:xfrm>
            <a:off x="822960" y="914400"/>
            <a:ext cx="90434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2"/>
                </a:solidFill>
              </a:rPr>
              <a:t>2026학년도 학교자율시간 연구학교 운영 보고회</a:t>
            </a:r>
            <a:endParaRPr lang="en-US" sz="22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822960" y="2560320"/>
            <a:ext cx="9043416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0" b="1" dirty="0">
                <a:solidFill>
                  <a:schemeClr val="tx1"/>
                </a:solidFill>
              </a:rPr>
              <a:t>기획분과</a:t>
            </a:r>
            <a:endParaRPr lang="en-US" sz="130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822960" y="6172200"/>
            <a:ext cx="9043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2"/>
                </a:solidFill>
              </a:rPr>
              <a:t>광양중동초등학교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카드"/>
          <p:cNvSpPr/>
          <p:nvPr/>
        </p:nvSpPr>
        <p:spPr>
          <a:xfrm>
            <a:off x="457200" y="457200"/>
            <a:ext cx="9774936" cy="6647688"/>
          </a:xfrm>
          <a:prstGeom prst="roundRect">
            <a:avLst>
              <a:gd name="adj" fmla="val 4814"/>
            </a:avLst>
          </a:prstGeom>
          <a:solidFill>
            <a:schemeClr val="accent2"/>
          </a:solidFill>
          <a:ln/>
        </p:spPr>
      </p:sp>
      <p:sp>
        <p:nvSpPr>
          <p:cNvPr id="3" name="Text 0"/>
          <p:cNvSpPr/>
          <p:nvPr>
            <p:ph idx="100" type="body" hasCustomPrompt="1"/>
          </p:nvPr>
        </p:nvSpPr>
        <p:spPr>
          <a:xfrm>
            <a:off x="822960" y="914400"/>
            <a:ext cx="90434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2"/>
                </a:solidFill>
              </a:rPr>
              <a:t>2026학년도 학교자율시간 연구학교 운영 보고회</a:t>
            </a:r>
            <a:endParaRPr lang="en-US" sz="22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822960" y="2560320"/>
            <a:ext cx="9043416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0" b="1" dirty="0">
                <a:solidFill>
                  <a:schemeClr val="tx1"/>
                </a:solidFill>
              </a:rPr>
              <a:t>자료분과</a:t>
            </a:r>
            <a:endParaRPr lang="en-US" sz="130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822960" y="6172200"/>
            <a:ext cx="9043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2"/>
                </a:solidFill>
              </a:rPr>
              <a:t>광양중동초등학교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카드"/>
          <p:cNvSpPr/>
          <p:nvPr/>
        </p:nvSpPr>
        <p:spPr>
          <a:xfrm>
            <a:off x="457200" y="457200"/>
            <a:ext cx="9774936" cy="6647688"/>
          </a:xfrm>
          <a:prstGeom prst="roundRect">
            <a:avLst>
              <a:gd name="adj" fmla="val 4814"/>
            </a:avLst>
          </a:prstGeom>
          <a:solidFill>
            <a:schemeClr val="accent3"/>
          </a:solidFill>
          <a:ln/>
        </p:spPr>
      </p:sp>
      <p:sp>
        <p:nvSpPr>
          <p:cNvPr id="3" name="Text 0"/>
          <p:cNvSpPr/>
          <p:nvPr>
            <p:ph idx="100" type="body" hasCustomPrompt="1"/>
          </p:nvPr>
        </p:nvSpPr>
        <p:spPr>
          <a:xfrm>
            <a:off x="822960" y="914400"/>
            <a:ext cx="90434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2"/>
                </a:solidFill>
              </a:rPr>
              <a:t>2026학년도 학교자율시간 연구학교 운영 보고회</a:t>
            </a:r>
            <a:endParaRPr lang="en-US" sz="22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822960" y="2560320"/>
            <a:ext cx="9043416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0" b="1" dirty="0">
                <a:solidFill>
                  <a:schemeClr val="tx1"/>
                </a:solidFill>
              </a:rPr>
              <a:t>환경분과</a:t>
            </a:r>
            <a:endParaRPr lang="en-US" sz="130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822960" y="6172200"/>
            <a:ext cx="9043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2"/>
                </a:solidFill>
              </a:rPr>
              <a:t>광양중동초등학교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카드"/>
          <p:cNvSpPr/>
          <p:nvPr/>
        </p:nvSpPr>
        <p:spPr>
          <a:xfrm>
            <a:off x="457200" y="457200"/>
            <a:ext cx="9774936" cy="6647688"/>
          </a:xfrm>
          <a:prstGeom prst="roundRect">
            <a:avLst>
              <a:gd name="adj" fmla="val 4814"/>
            </a:avLst>
          </a:prstGeom>
          <a:solidFill>
            <a:schemeClr val="accent4"/>
          </a:solidFill>
          <a:ln/>
        </p:spPr>
      </p:sp>
      <p:sp>
        <p:nvSpPr>
          <p:cNvPr id="3" name="Text 0"/>
          <p:cNvSpPr/>
          <p:nvPr>
            <p:ph idx="100" type="body" hasCustomPrompt="1"/>
          </p:nvPr>
        </p:nvSpPr>
        <p:spPr>
          <a:xfrm>
            <a:off x="822960" y="914400"/>
            <a:ext cx="90434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2"/>
                </a:solidFill>
              </a:rPr>
              <a:t>2026학년도 학교자율시간 연구학교 운영 보고회</a:t>
            </a:r>
            <a:endParaRPr lang="en-US" sz="22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822960" y="1737360"/>
            <a:ext cx="9043416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0" b="1" dirty="0">
                <a:solidFill>
                  <a:schemeClr val="tx1"/>
                </a:solidFill>
              </a:rPr>
              <a:t>수업분과</a:t>
            </a:r>
            <a:endParaRPr lang="en-US" sz="13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822960" y="4480560"/>
            <a:ext cx="904341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chemeClr val="tx1"/>
                </a:solidFill>
              </a:rPr>
              <a:t>1·2학년</a:t>
            </a:r>
            <a:endParaRPr lang="en-US" sz="80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822960" y="6172200"/>
            <a:ext cx="9043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2"/>
                </a:solidFill>
              </a:rPr>
              <a:t>광양중동초등학교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카드"/>
          <p:cNvSpPr/>
          <p:nvPr/>
        </p:nvSpPr>
        <p:spPr>
          <a:xfrm>
            <a:off x="457200" y="457200"/>
            <a:ext cx="9774936" cy="6647688"/>
          </a:xfrm>
          <a:prstGeom prst="roundRect">
            <a:avLst>
              <a:gd name="adj" fmla="val 4814"/>
            </a:avLst>
          </a:prstGeom>
          <a:solidFill>
            <a:schemeClr val="accent4"/>
          </a:solidFill>
          <a:ln/>
        </p:spPr>
      </p:sp>
      <p:sp>
        <p:nvSpPr>
          <p:cNvPr id="3" name="Text 0"/>
          <p:cNvSpPr/>
          <p:nvPr>
            <p:ph idx="100" type="body" hasCustomPrompt="1"/>
          </p:nvPr>
        </p:nvSpPr>
        <p:spPr>
          <a:xfrm>
            <a:off x="822960" y="914400"/>
            <a:ext cx="90434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2"/>
                </a:solidFill>
              </a:rPr>
              <a:t>2026학년도 학교자율시간 연구학교 운영 보고회</a:t>
            </a:r>
            <a:endParaRPr lang="en-US" sz="22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822960" y="1737360"/>
            <a:ext cx="9043416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0" b="1" dirty="0">
                <a:solidFill>
                  <a:schemeClr val="tx1"/>
                </a:solidFill>
              </a:rPr>
              <a:t>수업분과</a:t>
            </a:r>
            <a:endParaRPr lang="en-US" sz="13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822960" y="4480560"/>
            <a:ext cx="904341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chemeClr val="tx1"/>
                </a:solidFill>
              </a:rPr>
              <a:t>3학년</a:t>
            </a:r>
            <a:endParaRPr lang="en-US" sz="80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822960" y="6172200"/>
            <a:ext cx="9043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2"/>
                </a:solidFill>
              </a:rPr>
              <a:t>광양중동초등학교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카드"/>
          <p:cNvSpPr/>
          <p:nvPr/>
        </p:nvSpPr>
        <p:spPr>
          <a:xfrm>
            <a:off x="457200" y="457200"/>
            <a:ext cx="9774936" cy="6647688"/>
          </a:xfrm>
          <a:prstGeom prst="roundRect">
            <a:avLst>
              <a:gd name="adj" fmla="val 4814"/>
            </a:avLst>
          </a:prstGeom>
          <a:solidFill>
            <a:schemeClr val="accent4"/>
          </a:solidFill>
          <a:ln/>
        </p:spPr>
      </p:sp>
      <p:sp>
        <p:nvSpPr>
          <p:cNvPr id="3" name="Text 0"/>
          <p:cNvSpPr/>
          <p:nvPr>
            <p:ph idx="100" type="body" hasCustomPrompt="1"/>
          </p:nvPr>
        </p:nvSpPr>
        <p:spPr>
          <a:xfrm>
            <a:off x="822960" y="914400"/>
            <a:ext cx="90434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2"/>
                </a:solidFill>
              </a:rPr>
              <a:t>2026학년도 학교자율시간 연구학교 운영 보고회</a:t>
            </a:r>
            <a:endParaRPr lang="en-US" sz="22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822960" y="1737360"/>
            <a:ext cx="9043416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0" b="1" dirty="0">
                <a:solidFill>
                  <a:schemeClr val="tx1"/>
                </a:solidFill>
              </a:rPr>
              <a:t>수업분과</a:t>
            </a:r>
            <a:endParaRPr lang="en-US" sz="13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822960" y="4480560"/>
            <a:ext cx="904341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chemeClr val="tx1"/>
                </a:solidFill>
              </a:rPr>
              <a:t>4학년</a:t>
            </a:r>
            <a:endParaRPr lang="en-US" sz="80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822960" y="6172200"/>
            <a:ext cx="9043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2"/>
                </a:solidFill>
              </a:rPr>
              <a:t>광양중동초등학교</a:t>
            </a: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카드"/>
          <p:cNvSpPr/>
          <p:nvPr/>
        </p:nvSpPr>
        <p:spPr>
          <a:xfrm>
            <a:off x="457200" y="457200"/>
            <a:ext cx="9774936" cy="6647688"/>
          </a:xfrm>
          <a:prstGeom prst="roundRect">
            <a:avLst>
              <a:gd name="adj" fmla="val 4814"/>
            </a:avLst>
          </a:prstGeom>
          <a:solidFill>
            <a:schemeClr val="accent4"/>
          </a:solidFill>
          <a:ln/>
        </p:spPr>
      </p:sp>
      <p:sp>
        <p:nvSpPr>
          <p:cNvPr id="3" name="Text 0"/>
          <p:cNvSpPr/>
          <p:nvPr>
            <p:ph idx="100" type="body" hasCustomPrompt="1"/>
          </p:nvPr>
        </p:nvSpPr>
        <p:spPr>
          <a:xfrm>
            <a:off x="822960" y="914400"/>
            <a:ext cx="90434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2"/>
                </a:solidFill>
              </a:rPr>
              <a:t>2026학년도 학교자율시간 연구학교 운영 보고회</a:t>
            </a:r>
            <a:endParaRPr lang="en-US" sz="22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822960" y="1737360"/>
            <a:ext cx="9043416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0" b="1" dirty="0">
                <a:solidFill>
                  <a:schemeClr val="tx1"/>
                </a:solidFill>
              </a:rPr>
              <a:t>수업분과</a:t>
            </a:r>
            <a:endParaRPr lang="en-US" sz="13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822960" y="4480560"/>
            <a:ext cx="904341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chemeClr val="tx1"/>
                </a:solidFill>
              </a:rPr>
              <a:t>5학년</a:t>
            </a:r>
            <a:endParaRPr lang="en-US" sz="80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822960" y="6172200"/>
            <a:ext cx="9043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2"/>
                </a:solidFill>
              </a:rPr>
              <a:t>광양중동초등학교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카드"/>
          <p:cNvSpPr/>
          <p:nvPr/>
        </p:nvSpPr>
        <p:spPr>
          <a:xfrm>
            <a:off x="457200" y="457200"/>
            <a:ext cx="9774936" cy="6647688"/>
          </a:xfrm>
          <a:prstGeom prst="roundRect">
            <a:avLst>
              <a:gd name="adj" fmla="val 4814"/>
            </a:avLst>
          </a:prstGeom>
          <a:solidFill>
            <a:schemeClr val="accent4"/>
          </a:solidFill>
          <a:ln/>
        </p:spPr>
      </p:sp>
      <p:sp>
        <p:nvSpPr>
          <p:cNvPr id="3" name="Text 0"/>
          <p:cNvSpPr/>
          <p:nvPr>
            <p:ph idx="100" type="body" hasCustomPrompt="1"/>
          </p:nvPr>
        </p:nvSpPr>
        <p:spPr>
          <a:xfrm>
            <a:off x="822960" y="914400"/>
            <a:ext cx="90434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2"/>
                </a:solidFill>
              </a:rPr>
              <a:t>2026학년도 학교자율시간 연구학교 운영 보고회</a:t>
            </a:r>
            <a:endParaRPr lang="en-US" sz="22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822960" y="1737360"/>
            <a:ext cx="9043416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0" b="1" dirty="0">
                <a:solidFill>
                  <a:schemeClr val="tx1"/>
                </a:solidFill>
              </a:rPr>
              <a:t>수업분과</a:t>
            </a:r>
            <a:endParaRPr lang="en-US" sz="13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822960" y="4480560"/>
            <a:ext cx="904341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chemeClr val="tx1"/>
                </a:solidFill>
              </a:rPr>
              <a:t>6학년</a:t>
            </a:r>
            <a:endParaRPr lang="en-US" sz="80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822960" y="6172200"/>
            <a:ext cx="9043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2"/>
                </a:solidFill>
              </a:rPr>
              <a:t>광양중동초등학교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분과 안내판">
  <a:themeElements>
    <a:clrScheme name="분과 안내판">
      <a:dk1>
        <a:srgbClr val="262626"/>
      </a:dk1>
      <a:lt1>
        <a:srgbClr val="FFFFFF"/>
      </a:lt1>
      <a:dk2>
        <a:srgbClr val="595959"/>
      </a:dk2>
      <a:lt2>
        <a:srgbClr val="F2F2F2"/>
      </a:lt2>
      <a:accent1>
        <a:srgbClr val="FFCCFF"/>
      </a:accent1>
      <a:accent2>
        <a:srgbClr val="FFF2CC"/>
      </a:accent2>
      <a:accent3>
        <a:srgbClr val="E2F0D9"/>
      </a:accent3>
      <a:accent4>
        <a:srgbClr val="DEEBF7"/>
      </a:accent4>
      <a:accent5>
        <a:srgbClr val="8E2A8E"/>
      </a:accent5>
      <a:accent6>
        <a:srgbClr val="1F4E79"/>
      </a:accent6>
      <a:hlink>
        <a:srgbClr val="1F4E79"/>
      </a:hlink>
      <a:folHlink>
        <a:srgbClr val="8E2A8E"/>
      </a:folHlink>
    </a:clrScheme>
    <a:fontScheme name="분과 안내판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분과 안내판</dc:title>
  <dc:subject>PptxGenJS Presentation</dc:subject>
  <dc:creator>PptxGenJS</dc:creator>
  <cp:lastModifiedBy>PptxGenJS</cp:lastModifiedBy>
  <cp:revision>1</cp:revision>
  <dcterms:created xsi:type="dcterms:W3CDTF">2026-10-20T04:44:04Z</dcterms:created>
  <dcterms:modified xsi:type="dcterms:W3CDTF">2026-10-20T04:44:04Z</dcterms:modified>
</cp:coreProperties>
</file>